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"/>
  </p:notesMasterIdLst>
  <p:sldIdLst>
    <p:sldId id="258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75757"/>
    <a:srgbClr val="414141"/>
    <a:srgbClr val="4A4A4A"/>
    <a:srgbClr val="FFFFFF"/>
    <a:srgbClr val="E4F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658"/>
  </p:normalViewPr>
  <p:slideViewPr>
    <p:cSldViewPr snapToGrid="0">
      <p:cViewPr varScale="1">
        <p:scale>
          <a:sx n="70" d="100"/>
          <a:sy n="70" d="100"/>
        </p:scale>
        <p:origin x="792" y="36"/>
      </p:cViewPr>
      <p:guideLst/>
    </p:cSldViewPr>
  </p:slideViewPr>
  <p:notesTextViewPr>
    <p:cViewPr>
      <p:scale>
        <a:sx n="35" d="100"/>
        <a:sy n="3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380171-B170-D74B-8D0E-6878E4EF4331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0E9C67-FA0B-F14C-9954-F8CF6F344ACF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53416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TEMPLATE CV — à personnaliser</a:t>
            </a:r>
          </a:p>
          <a:p>
            <a:endParaRPr/>
          </a:p>
          <a:p>
            <a:r>
              <a:t>Remplacer les champs entre crochets sans modifier la mise en page.</a:t>
            </a:r>
          </a:p>
          <a:p>
            <a:r>
              <a:t>Conserver des textes de longueur comparable aux exemples pour préserver le rendu.</a:t>
            </a:r>
          </a:p>
          <a:p>
            <a:r>
              <a:t>Les blocs d'expérience sont prévus pour 4 expériences principales.</a:t>
            </a:r>
          </a:p>
          <a:p>
            <a:r>
              <a:t>Les champs [RÉALISATION x.y] correspondent aux bullets de chaque expérience.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0290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F7CACD-C772-D83A-966A-C91905FF15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FB8CDF4-4299-EF4E-BAAA-A488AE245D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49F2B5C-3FB7-3E83-3509-E42D26380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A807-A954-F94A-B44E-2817F9E31610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928412C-18EF-5308-3E12-C5CF6A0BA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A94B46-DDEF-466E-0BD5-3929EE1F1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FEB74-055A-CD46-8935-603E32565A31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0719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FB9BEA-D258-E0FE-E50A-3DDA65974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31DE1EE-1494-6D52-ABA9-4551BC5EC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7F4373-30A6-A114-6541-106A77D83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A807-A954-F94A-B44E-2817F9E31610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0C6B9-0762-11F0-71A3-455981618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DF08FEE-4069-FC70-1BCC-3B81CCE3C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FEB74-055A-CD46-8935-603E32565A31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77921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C89843-E198-9C0B-236E-2C66282BF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04AFD24-BC6D-907B-9E53-8C7BA76DFC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7FF1D48-C947-F9CB-DD30-5166910FE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A807-A954-F94A-B44E-2817F9E31610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410F3B-F2F5-5E9F-2724-294310403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AE6B650-8757-C7F7-4CBB-64B65E8B8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FEB74-055A-CD46-8935-603E32565A31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4176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4F9564-B6F0-5254-87D8-F9679FA05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D0D7DBA-DB01-2244-DDA4-249AD2242B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F6D06F2-285E-AF52-DB5B-FBD6F6CFF5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1DC6172-7362-8621-62CF-468F6D079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A807-A954-F94A-B44E-2817F9E31610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230BC6D-8335-6E7D-774C-AC988919C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D161EF3-D47F-28F5-D9BF-7B8CA41E0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FEB74-055A-CD46-8935-603E32565A31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86752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7AB5F5-BE9D-30EC-3DD8-C688DA3F8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DA47008-1904-F626-97F9-AACD55549C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D951B6A-B3C1-E333-79CE-860CA9957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586BEA9-A361-410B-2A44-BC38F01D91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F06CD85-65FD-3874-F24C-64C9E8E793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09BA7F7-F035-5DC2-812D-331B8B1C6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A807-A954-F94A-B44E-2817F9E31610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23297332-D887-DC40-46D3-F7C00AA99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DA5FC55-19AE-EC61-21C8-F4972A0BF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FEB74-055A-CD46-8935-603E32565A31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1744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9DA27F-F5C4-B3C2-4981-B24192FEA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116D20B-08EA-C135-3927-E9BA5959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A807-A954-F94A-B44E-2817F9E31610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72940A5-C36D-BF89-9DD3-7C6B7AF9F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326E090-EB51-10A2-6D93-50D10F00D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FEB74-055A-CD46-8935-603E32565A31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96749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C451E6F-7D08-763F-C8D9-204318843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A807-A954-F94A-B44E-2817F9E31610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BB76556-DF06-4315-D548-1986CA871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AD37902-F2A1-4BFB-B979-91F620C41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FEB74-055A-CD46-8935-603E32565A31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14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5D335E-6001-BBFC-49D0-CFFFF6874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E1D7442-37F8-6E11-4543-485801A50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76E24E-0DD9-CD0E-4469-09F4B91331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0A75CFC-1BBE-698E-0405-7B2592338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A807-A954-F94A-B44E-2817F9E31610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3AC3B9E-9298-F77C-1E36-206E7BC1C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BD57AB9-2A6E-D74B-9517-58BDF5FE2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FEB74-055A-CD46-8935-603E32565A31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9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A1CBDD-630B-F943-044F-0718C6DFB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A16E043-DABE-B69D-DE5F-880603C859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023687A-EE6C-0386-62DF-C5CA61E426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E8F02C8-2BA0-F92F-3E78-02A05840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A807-A954-F94A-B44E-2817F9E31610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94A9D85-2F5D-9C4D-16A0-0B3D7E47B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1087B88-043E-8A9A-C838-07AF3F542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FEB74-055A-CD46-8935-603E32565A31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5669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9BDB25-6EC3-7B49-3A47-1B6EE582B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9C6DD9D-2314-7575-731B-6AA5ABDA0B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E6B201E-C95D-B3FB-832E-C18B4233F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A807-A954-F94A-B44E-2817F9E31610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8A14E20-E0D9-33B3-A681-F75ED10D0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CB39A67-AEC4-FCFA-CDB4-40F39F424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FEB74-055A-CD46-8935-603E32565A31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0196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78D4AB2-DEDD-2B28-7B5F-908F697C57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00C7F42-2904-D633-03D6-6F2378586C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1C853DF-699C-6763-D160-3402FD665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A807-A954-F94A-B44E-2817F9E31610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D4AF44A-5E91-E8B7-9816-41F4C6576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D33C15-6A6E-2954-2A52-227D50EEE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FEB74-055A-CD46-8935-603E32565A31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56849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8221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331DFD2-808F-181D-990B-982E831E2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8621A4E-0CAF-9674-F791-270FE7D202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5910CFF-1A75-43DE-5AD5-26C13CA036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02A807-A954-F94A-B44E-2817F9E31610}" type="datetimeFigureOut">
              <a:rPr lang="en-GB" smtClean="0"/>
              <a:t>21/08/2026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C1BD98-243D-F2FB-0B0F-7062A05CD5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8CCFC8-EDE5-B81F-7B0E-528CBF080E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9FEB74-055A-CD46-8935-603E32565A31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550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1" name="Rectangle : coins arrondis 20">
            <a:extLst>
              <a:ext uri="{FF2B5EF4-FFF2-40B4-BE49-F238E27FC236}">
                <a16:creationId xmlns:a16="http://schemas.microsoft.com/office/drawing/2014/main" id="{C71E7A2D-CB20-9A8F-E349-359A69DA921A}"/>
              </a:ext>
            </a:extLst>
          </p:cNvPr>
          <p:cNvSpPr/>
          <p:nvPr/>
        </p:nvSpPr>
        <p:spPr>
          <a:xfrm>
            <a:off x="187605" y="5265978"/>
            <a:ext cx="1864616" cy="1409769"/>
          </a:xfrm>
          <a:prstGeom prst="roundRect">
            <a:avLst>
              <a:gd name="adj" fmla="val 8470"/>
            </a:avLst>
          </a:prstGeom>
          <a:solidFill>
            <a:srgbClr val="FFFFFF">
              <a:alpha val="60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500" b="0" i="0" u="none" strike="noStrike" kern="1200" cap="none" spc="0" normalizeH="0" baseline="0" noProof="0" dirty="0">
                <a:ln>
                  <a:noFill/>
                </a:ln>
                <a:solidFill>
                  <a:srgbClr val="414141"/>
                </a:solidFill>
                <a:effectLst/>
                <a:uLnTx/>
                <a:uFillTx/>
                <a:latin typeface="Satoshi" pitchFamily="2" charset="77"/>
                <a:ea typeface="+mn-ea"/>
                <a:cs typeface="+mn-cs"/>
              </a:rPr>
              <a:t>      </a:t>
            </a:r>
            <a:r>
              <a:rPr kumimoji="0" lang="fr-FR" sz="1400" b="0" i="0" u="none" strike="noStrike" kern="1200" cap="none" spc="0" normalizeH="0" baseline="0" noProof="0" dirty="0">
                <a:ln>
                  <a:noFill/>
                </a:ln>
                <a:solidFill>
                  <a:srgbClr val="414141"/>
                </a:solidFill>
                <a:effectLst/>
                <a:uLnTx/>
                <a:uFillTx/>
                <a:latin typeface="Satoshi" pitchFamily="2" charset="77"/>
                <a:ea typeface="+mn-ea"/>
                <a:cs typeface="+mn-cs"/>
              </a:rPr>
              <a:t>Diplômes</a:t>
            </a:r>
            <a:br>
              <a:rPr kumimoji="0" lang="fr-FR" sz="500" b="0" i="0" u="none" strike="noStrike" kern="1200" cap="none" spc="0" normalizeH="0" baseline="0" noProof="0" dirty="0">
                <a:ln>
                  <a:noFill/>
                </a:ln>
                <a:solidFill>
                  <a:srgbClr val="414141"/>
                </a:solidFill>
                <a:effectLst/>
                <a:uLnTx/>
                <a:uFillTx/>
                <a:latin typeface="Satoshi" pitchFamily="2" charset="77"/>
                <a:ea typeface="+mn-ea"/>
                <a:cs typeface="+mn-cs"/>
              </a:rPr>
            </a:br>
            <a:endParaRPr kumimoji="0" lang="fr-FR" sz="500" b="0" i="0" u="none" strike="noStrike" kern="1200" cap="none" spc="0" normalizeH="0" baseline="0" noProof="0" dirty="0">
              <a:ln>
                <a:noFill/>
              </a:ln>
              <a:solidFill>
                <a:srgbClr val="414141"/>
              </a:solidFill>
              <a:effectLst/>
              <a:uLnTx/>
              <a:uFillTx/>
              <a:latin typeface="Satoshi" pitchFamily="2" charset="77"/>
              <a:ea typeface="+mn-ea"/>
              <a:cs typeface="+mn-cs"/>
            </a:endParaRPr>
          </a:p>
          <a:p>
            <a:pPr marL="185738" marR="0" lvl="0" indent="-185738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900" b="1" i="0" u="none" strike="noStrike" kern="1200" cap="none" spc="0" normalizeH="0" baseline="0" noProof="0" dirty="0">
                <a:ln>
                  <a:noFill/>
                </a:ln>
                <a:solidFill>
                  <a:srgbClr val="414141"/>
                </a:solidFill>
                <a:effectLst/>
                <a:uLnTx/>
                <a:uFillTx/>
                <a:latin typeface="Satoshi" pitchFamily="2" charset="77"/>
                <a:ea typeface="+mn-ea"/>
                <a:cs typeface="+mn-cs"/>
              </a:rPr>
              <a:t>[DIPLÔME / FORMATION 1]</a:t>
            </a:r>
            <a:br>
              <a:rPr kumimoji="0" lang="fr-FR" sz="900" b="0" i="0" u="none" strike="noStrike" kern="1200" cap="none" spc="0" normalizeH="0" baseline="0" noProof="0" dirty="0">
                <a:ln>
                  <a:noFill/>
                </a:ln>
                <a:solidFill>
                  <a:srgbClr val="414141"/>
                </a:solidFill>
                <a:effectLst/>
                <a:uLnTx/>
                <a:uFillTx/>
                <a:latin typeface="Satoshi" pitchFamily="2" charset="77"/>
                <a:ea typeface="+mn-ea"/>
                <a:cs typeface="+mn-cs"/>
              </a:rPr>
            </a:br>
            <a:endParaRPr kumimoji="0" lang="fr-FR" sz="900" b="0" i="0" u="none" strike="noStrike" kern="1200" cap="none" spc="0" normalizeH="0" baseline="0" noProof="0" dirty="0">
              <a:ln>
                <a:noFill/>
              </a:ln>
              <a:solidFill>
                <a:srgbClr val="414141"/>
              </a:solidFill>
              <a:effectLst/>
              <a:uLnTx/>
              <a:uFillTx/>
              <a:latin typeface="Satoshi" pitchFamily="2" charset="77"/>
              <a:ea typeface="+mn-ea"/>
              <a:cs typeface="+mn-cs"/>
            </a:endParaRPr>
          </a:p>
          <a:p>
            <a:pPr marL="185738" marR="0" lvl="0" indent="-185738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fr-FR" sz="800" b="0" i="0" u="none" strike="noStrike" kern="1200" cap="none" spc="0" normalizeH="0" baseline="0" noProof="0" dirty="0">
              <a:ln>
                <a:noFill/>
              </a:ln>
              <a:solidFill>
                <a:srgbClr val="414141"/>
              </a:solidFill>
              <a:effectLst/>
              <a:uLnTx/>
              <a:uFillTx/>
              <a:latin typeface="Satoshi" pitchFamily="2" charset="77"/>
              <a:ea typeface="+mn-ea"/>
              <a:cs typeface="+mn-cs"/>
            </a:endParaRPr>
          </a:p>
          <a:p>
            <a:pPr marL="185738" marR="0" lvl="0" indent="-185738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 sz="900" b="1" dirty="0">
                <a:solidFill>
                  <a:srgbClr val="414141"/>
                </a:solidFill>
                <a:latin typeface="Satoshi" pitchFamily="2" charset="77"/>
              </a:rPr>
              <a:t>[DIPLÔME / FORMATION 2]</a:t>
            </a:r>
            <a:br>
              <a:rPr lang="fr-FR" sz="900" dirty="0">
                <a:solidFill>
                  <a:srgbClr val="414141"/>
                </a:solidFill>
                <a:latin typeface="Satoshi" pitchFamily="2" charset="77"/>
              </a:rPr>
            </a:br>
            <a:endParaRPr lang="fr-FR" sz="900" dirty="0">
              <a:solidFill>
                <a:srgbClr val="414141"/>
              </a:solidFill>
              <a:latin typeface="Satoshi" pitchFamily="2" charset="77"/>
            </a:endParaRPr>
          </a:p>
          <a:p>
            <a:pPr marL="185738" marR="0" lvl="0" indent="-185738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fr-FR" sz="1050" dirty="0" err="1">
              <a:solidFill>
                <a:srgbClr val="414141"/>
              </a:solidFill>
              <a:latin typeface="Satoshi" pitchFamily="2" charset="77"/>
            </a:endParaRPr>
          </a:p>
        </p:txBody>
      </p:sp>
      <p:sp>
        <p:nvSpPr>
          <p:cNvPr id="74" name="Rectangle : coins arrondis 73">
            <a:extLst>
              <a:ext uri="{FF2B5EF4-FFF2-40B4-BE49-F238E27FC236}">
                <a16:creationId xmlns:a16="http://schemas.microsoft.com/office/drawing/2014/main" id="{CA749CD7-72F4-4CF9-190F-6324190782D4}"/>
              </a:ext>
            </a:extLst>
          </p:cNvPr>
          <p:cNvSpPr/>
          <p:nvPr/>
        </p:nvSpPr>
        <p:spPr>
          <a:xfrm>
            <a:off x="4391072" y="135467"/>
            <a:ext cx="7613320" cy="6540280"/>
          </a:xfrm>
          <a:prstGeom prst="roundRect">
            <a:avLst>
              <a:gd name="adj" fmla="val 2057"/>
            </a:avLst>
          </a:prstGeom>
          <a:solidFill>
            <a:srgbClr val="FFFFFF">
              <a:alpha val="60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ts val="1700"/>
              </a:lnSpc>
            </a:pPr>
            <a:endParaRPr kumimoji="0" lang="fr-FR" sz="1500" b="0" i="0" u="none" strike="noStrike" kern="1200" cap="none" spc="0" normalizeH="0" baseline="0" noProof="0">
              <a:ln>
                <a:noFill/>
              </a:ln>
              <a:solidFill>
                <a:srgbClr val="414141"/>
              </a:solidFill>
              <a:effectLst/>
              <a:uLnTx/>
              <a:uFillTx/>
              <a:latin typeface="Satoshi" pitchFamily="2" charset="77"/>
              <a:ea typeface="+mn-ea"/>
              <a:cs typeface="+mn-cs"/>
            </a:endParaRPr>
          </a:p>
        </p:txBody>
      </p:sp>
      <p:sp>
        <p:nvSpPr>
          <p:cNvPr id="55" name="Rectangle : coins arrondis 54">
            <a:extLst>
              <a:ext uri="{FF2B5EF4-FFF2-40B4-BE49-F238E27FC236}">
                <a16:creationId xmlns:a16="http://schemas.microsoft.com/office/drawing/2014/main" id="{AACEF6E8-0C59-C755-9C0B-A938CF3CFA5C}"/>
              </a:ext>
            </a:extLst>
          </p:cNvPr>
          <p:cNvSpPr/>
          <p:nvPr/>
        </p:nvSpPr>
        <p:spPr>
          <a:xfrm>
            <a:off x="189119" y="135467"/>
            <a:ext cx="4004841" cy="2187057"/>
          </a:xfrm>
          <a:prstGeom prst="roundRect">
            <a:avLst>
              <a:gd name="adj" fmla="val 8470"/>
            </a:avLst>
          </a:prstGeom>
          <a:solidFill>
            <a:srgbClr val="FFFFFF">
              <a:alpha val="60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A1086AB7-7BF6-4E55-6127-E6DCBFB4CD2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71" r="771"/>
          <a:stretch/>
        </p:blipFill>
        <p:spPr>
          <a:xfrm>
            <a:off x="304799" y="328742"/>
            <a:ext cx="1747422" cy="1774800"/>
          </a:xfrm>
          <a:prstGeom prst="roundRect">
            <a:avLst>
              <a:gd name="adj" fmla="val 5006"/>
            </a:avLst>
          </a:prstGeom>
        </p:spPr>
      </p:pic>
      <p:sp>
        <p:nvSpPr>
          <p:cNvPr id="46" name="Text 30">
            <a:extLst>
              <a:ext uri="{FF2B5EF4-FFF2-40B4-BE49-F238E27FC236}">
                <a16:creationId xmlns:a16="http://schemas.microsoft.com/office/drawing/2014/main" id="{558E9EE8-E43B-CA70-D00B-4E863D6E8C98}"/>
              </a:ext>
            </a:extLst>
          </p:cNvPr>
          <p:cNvSpPr/>
          <p:nvPr/>
        </p:nvSpPr>
        <p:spPr>
          <a:xfrm>
            <a:off x="2247900" y="426430"/>
            <a:ext cx="16637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750"/>
              </a:lnSpc>
            </a:pPr>
            <a:r>
              <a:rPr lang="en-US" sz="1500" b="1" dirty="0">
                <a:solidFill>
                  <a:srgbClr val="414141"/>
                </a:solidFill>
                <a:latin typeface="Satoshi Regular"/>
                <a:ea typeface="Satoshi Regular"/>
              </a:rPr>
              <a:t>[PRÉNOM]</a:t>
            </a:r>
            <a:endParaRPr lang="fr-FR" sz="1200" b="1" dirty="0">
              <a:solidFill>
                <a:srgbClr val="414141"/>
              </a:solidFill>
            </a:endParaRPr>
          </a:p>
        </p:txBody>
      </p:sp>
      <p:sp>
        <p:nvSpPr>
          <p:cNvPr id="47" name="Text 31">
            <a:extLst>
              <a:ext uri="{FF2B5EF4-FFF2-40B4-BE49-F238E27FC236}">
                <a16:creationId xmlns:a16="http://schemas.microsoft.com/office/drawing/2014/main" id="{D4ABE70C-94E6-EFFA-5142-F6A199996AD5}"/>
              </a:ext>
            </a:extLst>
          </p:cNvPr>
          <p:cNvSpPr/>
          <p:nvPr/>
        </p:nvSpPr>
        <p:spPr>
          <a:xfrm>
            <a:off x="2247900" y="750280"/>
            <a:ext cx="16637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750"/>
              </a:lnSpc>
            </a:pPr>
            <a:r>
              <a:rPr lang="en-US" sz="1500" b="1" dirty="0">
                <a:solidFill>
                  <a:srgbClr val="414141"/>
                </a:solidFill>
                <a:latin typeface="Satoshi Regular"/>
                <a:ea typeface="Satoshi Regular"/>
              </a:rPr>
              <a:t>[NOM]</a:t>
            </a:r>
            <a:endParaRPr lang="en-US" sz="1500" b="1" dirty="0">
              <a:solidFill>
                <a:srgbClr val="414141"/>
              </a:solidFill>
              <a:cs typeface="Calibri"/>
            </a:endParaRPr>
          </a:p>
        </p:txBody>
      </p:sp>
      <p:sp>
        <p:nvSpPr>
          <p:cNvPr id="48" name="Text 32">
            <a:extLst>
              <a:ext uri="{FF2B5EF4-FFF2-40B4-BE49-F238E27FC236}">
                <a16:creationId xmlns:a16="http://schemas.microsoft.com/office/drawing/2014/main" id="{340FF59F-AE8B-F505-0949-9C270ECC3371}"/>
              </a:ext>
            </a:extLst>
          </p:cNvPr>
          <p:cNvSpPr/>
          <p:nvPr/>
        </p:nvSpPr>
        <p:spPr>
          <a:xfrm>
            <a:off x="2247901" y="1136504"/>
            <a:ext cx="1288816" cy="354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4AC7FA"/>
                </a:solidFill>
                <a:latin typeface="Satoshi" pitchFamily="2" charset="77"/>
                <a:ea typeface="Satoshi Bold" pitchFamily="34" charset="-122"/>
              </a:rPr>
              <a:t>[POSTE / FONCTION]</a:t>
            </a:r>
            <a:endParaRPr lang="en-US" sz="1500" dirty="0">
              <a:latin typeface="Satoshi" pitchFamily="2" charset="77"/>
            </a:endParaRPr>
          </a:p>
        </p:txBody>
      </p:sp>
      <p:sp>
        <p:nvSpPr>
          <p:cNvPr id="52" name="Rectangle : coins arrondis 51">
            <a:extLst>
              <a:ext uri="{FF2B5EF4-FFF2-40B4-BE49-F238E27FC236}">
                <a16:creationId xmlns:a16="http://schemas.microsoft.com/office/drawing/2014/main" id="{8DBEC1CE-AF35-D57B-B653-FC7838B69228}"/>
              </a:ext>
            </a:extLst>
          </p:cNvPr>
          <p:cNvSpPr/>
          <p:nvPr/>
        </p:nvSpPr>
        <p:spPr>
          <a:xfrm>
            <a:off x="2180529" y="1614731"/>
            <a:ext cx="1747423" cy="357232"/>
          </a:xfrm>
          <a:prstGeom prst="roundRect">
            <a:avLst>
              <a:gd name="adj" fmla="val 50000"/>
            </a:avLst>
          </a:prstGeom>
          <a:solidFill>
            <a:srgbClr val="E4F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GB" sz="1050" dirty="0">
                <a:solidFill>
                  <a:srgbClr val="414141"/>
                </a:solidFill>
                <a:latin typeface="Satoshi"/>
              </a:rPr>
              <a:t>[X années d’expérience]</a:t>
            </a:r>
            <a:endParaRPr lang="en-GB" sz="1050" dirty="0">
              <a:solidFill>
                <a:srgbClr val="414141"/>
              </a:solidFill>
              <a:latin typeface="Satoshi" pitchFamily="2" charset="77"/>
            </a:endParaRPr>
          </a:p>
        </p:txBody>
      </p:sp>
      <p:sp>
        <p:nvSpPr>
          <p:cNvPr id="56" name="Rectangle : coins arrondis 55">
            <a:extLst>
              <a:ext uri="{FF2B5EF4-FFF2-40B4-BE49-F238E27FC236}">
                <a16:creationId xmlns:a16="http://schemas.microsoft.com/office/drawing/2014/main" id="{6F8B6454-9E14-CC27-5CAA-26F4F8CE724A}"/>
              </a:ext>
            </a:extLst>
          </p:cNvPr>
          <p:cNvSpPr/>
          <p:nvPr/>
        </p:nvSpPr>
        <p:spPr>
          <a:xfrm>
            <a:off x="187608" y="2434871"/>
            <a:ext cx="1085608" cy="357232"/>
          </a:xfrm>
          <a:prstGeom prst="roundRect">
            <a:avLst>
              <a:gd name="adj" fmla="val 50000"/>
            </a:avLst>
          </a:prstGeom>
          <a:solidFill>
            <a:srgbClr val="E4F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rgbClr val="414141"/>
                </a:solidFill>
                <a:latin typeface="Satoshi" pitchFamily="2" charset="77"/>
              </a:rPr>
              <a:t>#[COMPÉTENCE 1]</a:t>
            </a:r>
          </a:p>
        </p:txBody>
      </p:sp>
      <p:sp>
        <p:nvSpPr>
          <p:cNvPr id="58" name="Rectangle : coins arrondis 57">
            <a:extLst>
              <a:ext uri="{FF2B5EF4-FFF2-40B4-BE49-F238E27FC236}">
                <a16:creationId xmlns:a16="http://schemas.microsoft.com/office/drawing/2014/main" id="{96A588A5-CC12-973D-2991-E547F356EC9D}"/>
              </a:ext>
            </a:extLst>
          </p:cNvPr>
          <p:cNvSpPr/>
          <p:nvPr/>
        </p:nvSpPr>
        <p:spPr>
          <a:xfrm>
            <a:off x="1335914" y="2434871"/>
            <a:ext cx="911986" cy="357232"/>
          </a:xfrm>
          <a:prstGeom prst="roundRect">
            <a:avLst>
              <a:gd name="adj" fmla="val 50000"/>
            </a:avLst>
          </a:prstGeom>
          <a:solidFill>
            <a:srgbClr val="E4F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rgbClr val="414141"/>
                </a:solidFill>
                <a:latin typeface="Satoshi" pitchFamily="2" charset="77"/>
              </a:rPr>
              <a:t>#[COMPÉTENCE 2]</a:t>
            </a:r>
          </a:p>
        </p:txBody>
      </p:sp>
      <p:sp>
        <p:nvSpPr>
          <p:cNvPr id="59" name="Rectangle : coins arrondis 58">
            <a:extLst>
              <a:ext uri="{FF2B5EF4-FFF2-40B4-BE49-F238E27FC236}">
                <a16:creationId xmlns:a16="http://schemas.microsoft.com/office/drawing/2014/main" id="{B41B0B24-6826-5D5F-9BEC-E5F029CEE357}"/>
              </a:ext>
            </a:extLst>
          </p:cNvPr>
          <p:cNvSpPr/>
          <p:nvPr/>
        </p:nvSpPr>
        <p:spPr>
          <a:xfrm>
            <a:off x="2298645" y="2442591"/>
            <a:ext cx="923002" cy="357232"/>
          </a:xfrm>
          <a:prstGeom prst="roundRect">
            <a:avLst>
              <a:gd name="adj" fmla="val 50000"/>
            </a:avLst>
          </a:prstGeom>
          <a:solidFill>
            <a:srgbClr val="E4F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rgbClr val="414141"/>
                </a:solidFill>
                <a:latin typeface="Satoshi" pitchFamily="2" charset="77"/>
              </a:rPr>
              <a:t>#[COMPÉTENCE 3]</a:t>
            </a:r>
          </a:p>
        </p:txBody>
      </p:sp>
      <p:sp>
        <p:nvSpPr>
          <p:cNvPr id="60" name="Rectangle : coins arrondis 59">
            <a:extLst>
              <a:ext uri="{FF2B5EF4-FFF2-40B4-BE49-F238E27FC236}">
                <a16:creationId xmlns:a16="http://schemas.microsoft.com/office/drawing/2014/main" id="{AD607AE4-D235-6B8C-8C52-5677C3C3106C}"/>
              </a:ext>
            </a:extLst>
          </p:cNvPr>
          <p:cNvSpPr/>
          <p:nvPr/>
        </p:nvSpPr>
        <p:spPr>
          <a:xfrm>
            <a:off x="3264524" y="2434871"/>
            <a:ext cx="923002" cy="357232"/>
          </a:xfrm>
          <a:prstGeom prst="roundRect">
            <a:avLst>
              <a:gd name="adj" fmla="val 50000"/>
            </a:avLst>
          </a:prstGeom>
          <a:solidFill>
            <a:srgbClr val="E4F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rgbClr val="414141"/>
                </a:solidFill>
                <a:latin typeface="Satoshi" pitchFamily="2" charset="77"/>
              </a:rPr>
              <a:t>#[COMPÉTENCE 4]</a:t>
            </a:r>
          </a:p>
        </p:txBody>
      </p:sp>
      <p:sp>
        <p:nvSpPr>
          <p:cNvPr id="61" name="Rectangle : coins arrondis 60">
            <a:extLst>
              <a:ext uri="{FF2B5EF4-FFF2-40B4-BE49-F238E27FC236}">
                <a16:creationId xmlns:a16="http://schemas.microsoft.com/office/drawing/2014/main" id="{0DC3381E-5CDF-CD68-E6C3-AFBC9EDB6A85}"/>
              </a:ext>
            </a:extLst>
          </p:cNvPr>
          <p:cNvSpPr/>
          <p:nvPr/>
        </p:nvSpPr>
        <p:spPr>
          <a:xfrm>
            <a:off x="182685" y="2913925"/>
            <a:ext cx="4004841" cy="2242272"/>
          </a:xfrm>
          <a:prstGeom prst="roundRect">
            <a:avLst>
              <a:gd name="adj" fmla="val 8470"/>
            </a:avLst>
          </a:prstGeom>
          <a:solidFill>
            <a:srgbClr val="FFFFFF">
              <a:alpha val="60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>
              <a:lnSpc>
                <a:spcPts val="1700"/>
              </a:lnSpc>
            </a:pPr>
            <a:r>
              <a:rPr lang="en-GB" sz="1050" dirty="0">
                <a:solidFill>
                  <a:schemeClr val="tx1"/>
                </a:solidFill>
                <a:latin typeface="Satoshi" pitchFamily="2" charset="77"/>
              </a:rPr>
              <a:t>[RÉSUMÉ PROFESSIONNEL — 2 à 4 lignes]</a:t>
            </a:r>
            <a:endParaRPr lang="fr-FR" sz="1050" dirty="0">
              <a:solidFill>
                <a:schemeClr val="tx1"/>
              </a:solidFill>
              <a:effectLst/>
              <a:latin typeface="Satoshi" pitchFamily="2" charset="77"/>
            </a:endParaRPr>
          </a:p>
          <a:p>
            <a:pPr algn="just">
              <a:lnSpc>
                <a:spcPts val="1700"/>
              </a:lnSpc>
            </a:pPr>
            <a:endParaRPr lang="fr-FR" sz="1050" dirty="0">
              <a:solidFill>
                <a:schemeClr val="tx1"/>
              </a:solidFill>
              <a:effectLst/>
              <a:latin typeface="Satoshi" pitchFamily="2" charset="77"/>
            </a:endParaRPr>
          </a:p>
          <a:p>
            <a:pPr algn="just">
              <a:lnSpc>
                <a:spcPts val="1700"/>
              </a:lnSpc>
            </a:pPr>
            <a:r>
              <a:rPr lang="fr-FR" sz="1050" dirty="0">
                <a:solidFill>
                  <a:schemeClr val="tx1"/>
                </a:solidFill>
                <a:latin typeface="Satoshi" pitchFamily="2" charset="77"/>
              </a:rPr>
              <a:t>[EXPERTISE / VALEUR AJOUTÉE — 2 à 4 lignes]</a:t>
            </a:r>
          </a:p>
          <a:p>
            <a:pPr algn="just">
              <a:lnSpc>
                <a:spcPts val="1700"/>
              </a:lnSpc>
            </a:pPr>
            <a:endParaRPr lang="fr-FR" sz="1050" dirty="0">
              <a:solidFill>
                <a:schemeClr val="tx1"/>
              </a:solidFill>
              <a:effectLst/>
              <a:latin typeface="Satoshi" pitchFamily="2" charset="77"/>
            </a:endParaRPr>
          </a:p>
          <a:p>
            <a:pPr algn="just">
              <a:lnSpc>
                <a:spcPts val="1700"/>
              </a:lnSpc>
            </a:pPr>
            <a:r>
              <a:rPr lang="fr-FR" sz="1050" dirty="0">
                <a:solidFill>
                  <a:schemeClr val="tx1"/>
                </a:solidFill>
                <a:latin typeface="Satoshi" pitchFamily="2" charset="77"/>
              </a:rPr>
              <a:t>[POSITIONNEMENT / DOMAINES D’INTERVENTION — 2 à 4 lignes]</a:t>
            </a:r>
            <a:endParaRPr lang="fr-FR" sz="1050" dirty="0">
              <a:solidFill>
                <a:schemeClr val="tx1"/>
              </a:solidFill>
              <a:effectLst/>
              <a:latin typeface="Satoshi" pitchFamily="2" charset="77"/>
            </a:endParaRPr>
          </a:p>
        </p:txBody>
      </p:sp>
      <p:sp>
        <p:nvSpPr>
          <p:cNvPr id="65" name="Rectangle : coins arrondis 64">
            <a:extLst>
              <a:ext uri="{FF2B5EF4-FFF2-40B4-BE49-F238E27FC236}">
                <a16:creationId xmlns:a16="http://schemas.microsoft.com/office/drawing/2014/main" id="{2A7C6C65-1C52-CC93-1529-1D5AB41C80BF}"/>
              </a:ext>
            </a:extLst>
          </p:cNvPr>
          <p:cNvSpPr/>
          <p:nvPr/>
        </p:nvSpPr>
        <p:spPr>
          <a:xfrm>
            <a:off x="2330777" y="5265978"/>
            <a:ext cx="1864616" cy="1409769"/>
          </a:xfrm>
          <a:prstGeom prst="roundRect">
            <a:avLst>
              <a:gd name="adj" fmla="val 8470"/>
            </a:avLst>
          </a:prstGeom>
          <a:solidFill>
            <a:srgbClr val="FFFFFF">
              <a:alpha val="60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500" b="0" i="0" u="none" strike="noStrike" kern="1200" cap="none" spc="0" normalizeH="0" baseline="0" noProof="0" dirty="0">
                <a:ln>
                  <a:noFill/>
                </a:ln>
                <a:solidFill>
                  <a:srgbClr val="414141"/>
                </a:solidFill>
                <a:effectLst/>
                <a:uLnTx/>
                <a:uFillTx/>
                <a:latin typeface="Satoshi" pitchFamily="2" charset="77"/>
                <a:ea typeface="+mn-ea"/>
                <a:cs typeface="+mn-cs"/>
              </a:rPr>
              <a:t>     </a:t>
            </a:r>
            <a:r>
              <a:rPr kumimoji="0" lang="fr-FR" sz="1400" b="0" i="0" u="none" strike="noStrike" kern="1200" cap="none" spc="0" normalizeH="0" baseline="0" noProof="0" dirty="0">
                <a:ln>
                  <a:noFill/>
                </a:ln>
                <a:solidFill>
                  <a:srgbClr val="414141"/>
                </a:solidFill>
                <a:effectLst/>
                <a:uLnTx/>
                <a:uFillTx/>
                <a:latin typeface="Satoshi" pitchFamily="2" charset="77"/>
                <a:ea typeface="+mn-ea"/>
                <a:cs typeface="+mn-cs"/>
              </a:rPr>
              <a:t>Certifications</a:t>
            </a:r>
            <a:br>
              <a:rPr kumimoji="0" lang="fr-FR" sz="500" b="0" i="0" u="none" strike="noStrike" kern="1200" cap="none" spc="0" normalizeH="0" baseline="0" noProof="0" dirty="0">
                <a:ln>
                  <a:noFill/>
                </a:ln>
                <a:solidFill>
                  <a:srgbClr val="414141"/>
                </a:solidFill>
                <a:effectLst/>
                <a:uLnTx/>
                <a:uFillTx/>
                <a:latin typeface="Satoshi" pitchFamily="2" charset="77"/>
                <a:ea typeface="+mn-ea"/>
                <a:cs typeface="+mn-cs"/>
              </a:rPr>
            </a:br>
            <a:endParaRPr kumimoji="0" lang="fr-FR" sz="500" b="0" i="0" u="none" strike="noStrike" kern="1200" cap="none" spc="0" normalizeH="0" baseline="0" noProof="0" dirty="0">
              <a:ln>
                <a:noFill/>
              </a:ln>
              <a:solidFill>
                <a:srgbClr val="414141"/>
              </a:solidFill>
              <a:effectLst/>
              <a:uLnTx/>
              <a:uFillTx/>
              <a:latin typeface="Satoshi" pitchFamily="2" charset="77"/>
              <a:ea typeface="+mn-ea"/>
              <a:cs typeface="+mn-cs"/>
            </a:endParaRPr>
          </a:p>
          <a:p>
            <a:pPr marL="185738" marR="0" lvl="0" indent="-185738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1050" b="0" i="0" u="none" strike="noStrike" kern="1200" cap="none" spc="0" normalizeH="0" baseline="0" noProof="0" dirty="0">
                <a:ln>
                  <a:noFill/>
                </a:ln>
                <a:solidFill>
                  <a:srgbClr val="414141"/>
                </a:solidFill>
                <a:effectLst/>
                <a:uLnTx/>
                <a:uFillTx/>
                <a:latin typeface="Satoshi" pitchFamily="2" charset="77"/>
                <a:ea typeface="+mn-ea"/>
                <a:cs typeface="+mn-cs"/>
              </a:rPr>
              <a:t>[CERTIFICATION 1]</a:t>
            </a:r>
          </a:p>
          <a:p>
            <a:pPr marL="185738" marR="0" lvl="0" indent="-185738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1050" b="0" i="0" u="none" strike="noStrike" kern="1200" cap="none" spc="0" normalizeH="0" baseline="0" noProof="0" dirty="0">
                <a:ln>
                  <a:noFill/>
                </a:ln>
                <a:solidFill>
                  <a:srgbClr val="414141"/>
                </a:solidFill>
                <a:effectLst/>
                <a:uLnTx/>
                <a:uFillTx/>
                <a:latin typeface="Satoshi" pitchFamily="2" charset="77"/>
                <a:ea typeface="+mn-ea"/>
                <a:cs typeface="+mn-cs"/>
              </a:rPr>
              <a:t>[CERTIFICATION 2]</a:t>
            </a:r>
          </a:p>
          <a:p>
            <a:pPr marL="185738" marR="0" lvl="0" indent="-185738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 sz="1050" dirty="0">
                <a:solidFill>
                  <a:srgbClr val="414141"/>
                </a:solidFill>
                <a:latin typeface="Satoshi" pitchFamily="2" charset="77"/>
              </a:rPr>
              <a:t>[CERTIFICATION / LANGUE]</a:t>
            </a:r>
          </a:p>
          <a:p>
            <a:pPr marL="185738" indent="-185738">
              <a:buFont typeface="Arial" panose="020B0604020202020204" pitchFamily="34" charset="0"/>
              <a:buChar char="•"/>
              <a:defRPr/>
            </a:pPr>
            <a:r>
              <a:rPr kumimoji="0" lang="fr-FR" sz="1050" b="0" i="0" u="none" strike="noStrike" kern="1200" cap="none" spc="0" normalizeH="0" baseline="0" noProof="0" dirty="0">
                <a:ln>
                  <a:noFill/>
                </a:ln>
                <a:solidFill>
                  <a:srgbClr val="414141"/>
                </a:solidFill>
                <a:effectLst/>
                <a:uLnTx/>
                <a:uFillTx/>
                <a:latin typeface="Satoshi" pitchFamily="2" charset="77"/>
                <a:ea typeface="+mn-ea"/>
                <a:cs typeface="+mn-cs"/>
              </a:rPr>
              <a:t>[CERTIFICATION 4]</a:t>
            </a:r>
          </a:p>
        </p:txBody>
      </p:sp>
      <p:pic>
        <p:nvPicPr>
          <p:cNvPr id="67" name="Image 66">
            <a:extLst>
              <a:ext uri="{FF2B5EF4-FFF2-40B4-BE49-F238E27FC236}">
                <a16:creationId xmlns:a16="http://schemas.microsoft.com/office/drawing/2014/main" id="{6A064F35-4CDF-2E8F-9FF9-802F72BD99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7037" y="5378309"/>
            <a:ext cx="216973" cy="216973"/>
          </a:xfrm>
          <a:prstGeom prst="rect">
            <a:avLst/>
          </a:prstGeom>
        </p:spPr>
      </p:pic>
      <p:pic>
        <p:nvPicPr>
          <p:cNvPr id="69" name="Image 68">
            <a:extLst>
              <a:ext uri="{FF2B5EF4-FFF2-40B4-BE49-F238E27FC236}">
                <a16:creationId xmlns:a16="http://schemas.microsoft.com/office/drawing/2014/main" id="{1AC08319-CB42-C27B-F6AC-0454EB844F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799" y="5378310"/>
            <a:ext cx="216973" cy="216973"/>
          </a:xfrm>
          <a:prstGeom prst="rect">
            <a:avLst/>
          </a:prstGeom>
        </p:spPr>
      </p:pic>
      <p:sp>
        <p:nvSpPr>
          <p:cNvPr id="75" name="ZoneTexte 74">
            <a:extLst>
              <a:ext uri="{FF2B5EF4-FFF2-40B4-BE49-F238E27FC236}">
                <a16:creationId xmlns:a16="http://schemas.microsoft.com/office/drawing/2014/main" id="{1C30A53C-41A4-C3BF-2C04-9DB8EE655F31}"/>
              </a:ext>
            </a:extLst>
          </p:cNvPr>
          <p:cNvSpPr txBox="1"/>
          <p:nvPr/>
        </p:nvSpPr>
        <p:spPr>
          <a:xfrm>
            <a:off x="6763882" y="-10820"/>
            <a:ext cx="7618244" cy="2853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07988" marR="0" lvl="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defRPr/>
            </a:pPr>
            <a:endParaRPr lang="fr-FR" sz="1000" dirty="0">
              <a:solidFill>
                <a:srgbClr val="575757"/>
              </a:solidFill>
              <a:latin typeface="Satoshi" pitchFamily="2" charset="77"/>
            </a:endParaRPr>
          </a:p>
        </p:txBody>
      </p:sp>
      <p:grpSp>
        <p:nvGrpSpPr>
          <p:cNvPr id="92" name="Groupe 91">
            <a:extLst>
              <a:ext uri="{FF2B5EF4-FFF2-40B4-BE49-F238E27FC236}">
                <a16:creationId xmlns:a16="http://schemas.microsoft.com/office/drawing/2014/main" id="{8464B4D7-6F9B-B7BD-0C24-E1AFA24EB32F}"/>
              </a:ext>
            </a:extLst>
          </p:cNvPr>
          <p:cNvGrpSpPr/>
          <p:nvPr/>
        </p:nvGrpSpPr>
        <p:grpSpPr>
          <a:xfrm>
            <a:off x="4592220" y="84279"/>
            <a:ext cx="3316461" cy="307777"/>
            <a:chOff x="4644767" y="2786465"/>
            <a:chExt cx="3316461" cy="307777"/>
          </a:xfrm>
        </p:grpSpPr>
        <p:sp>
          <p:nvSpPr>
            <p:cNvPr id="89" name="ZoneTexte 88">
              <a:extLst>
                <a:ext uri="{FF2B5EF4-FFF2-40B4-BE49-F238E27FC236}">
                  <a16:creationId xmlns:a16="http://schemas.microsoft.com/office/drawing/2014/main" id="{3A59920D-3B85-271C-7B01-F238D32E7934}"/>
                </a:ext>
              </a:extLst>
            </p:cNvPr>
            <p:cNvSpPr txBox="1"/>
            <p:nvPr/>
          </p:nvSpPr>
          <p:spPr>
            <a:xfrm>
              <a:off x="4892405" y="2786465"/>
              <a:ext cx="30688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0" lang="fr-FR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414141"/>
                  </a:solidFill>
                  <a:effectLst/>
                  <a:uLnTx/>
                  <a:uFillTx/>
                  <a:latin typeface="Satoshi" pitchFamily="2" charset="77"/>
                  <a:ea typeface="+mn-ea"/>
                  <a:cs typeface="+mn-cs"/>
                </a:rPr>
                <a:t>Expériences principales</a:t>
              </a:r>
              <a:endParaRPr lang="en-GB" sz="1600" dirty="0"/>
            </a:p>
          </p:txBody>
        </p:sp>
        <p:pic>
          <p:nvPicPr>
            <p:cNvPr id="91" name="Image 90">
              <a:extLst>
                <a:ext uri="{FF2B5EF4-FFF2-40B4-BE49-F238E27FC236}">
                  <a16:creationId xmlns:a16="http://schemas.microsoft.com/office/drawing/2014/main" id="{AEB091A4-577E-3519-74CB-EB4FB7D31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44767" y="2815812"/>
              <a:ext cx="216973" cy="216973"/>
            </a:xfrm>
            <a:prstGeom prst="rect">
              <a:avLst/>
            </a:prstGeom>
          </p:spPr>
        </p:pic>
      </p:grpSp>
      <p:sp>
        <p:nvSpPr>
          <p:cNvPr id="8" name="ZoneTexte 7">
            <a:extLst>
              <a:ext uri="{FF2B5EF4-FFF2-40B4-BE49-F238E27FC236}">
                <a16:creationId xmlns:a16="http://schemas.microsoft.com/office/drawing/2014/main" id="{B4EAAB86-29A0-78FD-C392-D2935720BC01}"/>
              </a:ext>
            </a:extLst>
          </p:cNvPr>
          <p:cNvSpPr txBox="1"/>
          <p:nvPr/>
        </p:nvSpPr>
        <p:spPr>
          <a:xfrm>
            <a:off x="4040337" y="385668"/>
            <a:ext cx="7962544" cy="6581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07988" lvl="0">
              <a:lnSpc>
                <a:spcPts val="1700"/>
              </a:lnSpc>
              <a:spcAft>
                <a:spcPts val="300"/>
              </a:spcAft>
              <a:defRPr/>
            </a:pPr>
            <a:r>
              <a:rPr lang="fr-FR" sz="1300" b="1" dirty="0">
                <a:solidFill>
                  <a:srgbClr val="414141"/>
                </a:solidFill>
                <a:latin typeface="Satoshi" pitchFamily="2" charset="77"/>
              </a:rPr>
              <a:t>[ENTREPRISE 1] – [POSTE 1]</a:t>
            </a:r>
          </a:p>
          <a:p>
            <a:pPr marL="407988">
              <a:lnSpc>
                <a:spcPts val="1600"/>
              </a:lnSpc>
              <a:defRPr/>
            </a:pPr>
            <a:r>
              <a:rPr lang="fr-FR" sz="1000" dirty="0">
                <a:solidFill>
                  <a:srgbClr val="414141"/>
                </a:solidFill>
                <a:latin typeface="Satoshi" pitchFamily="2" charset="77"/>
              </a:rPr>
              <a:t>[CONTEXTE / MISSION 1 — 1 à 2 lignes]</a:t>
            </a:r>
          </a:p>
          <a:p>
            <a:pPr marL="407988">
              <a:lnSpc>
                <a:spcPts val="1600"/>
              </a:lnSpc>
              <a:defRPr/>
            </a:pPr>
            <a:r>
              <a:rPr lang="fr-FR" sz="1000" dirty="0">
                <a:solidFill>
                  <a:srgbClr val="414141"/>
                </a:solidFill>
                <a:latin typeface="Satoshi" pitchFamily="2" charset="77"/>
              </a:rPr>
              <a:t>[TYPE / CHARGE / DURÉE / LOCALISATION]</a:t>
            </a:r>
          </a:p>
          <a:p>
            <a:pPr marL="579438" indent="-171450">
              <a:lnSpc>
                <a:spcPts val="1400"/>
              </a:lnSpc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14141"/>
                </a:solidFill>
                <a:latin typeface="Satoshi" pitchFamily="2" charset="77"/>
              </a:rPr>
              <a:t>[RÉALISATION 1.1]</a:t>
            </a:r>
          </a:p>
          <a:p>
            <a:pPr marL="579438" indent="-171450">
              <a:lnSpc>
                <a:spcPts val="1400"/>
              </a:lnSpc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14141"/>
                </a:solidFill>
                <a:latin typeface="Satoshi" pitchFamily="2" charset="77"/>
              </a:rPr>
              <a:t>[RÉALISATION 1.2]</a:t>
            </a:r>
          </a:p>
          <a:p>
            <a:pPr marL="579438" indent="-171450">
              <a:lnSpc>
                <a:spcPts val="1400"/>
              </a:lnSpc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14141"/>
                </a:solidFill>
                <a:latin typeface="Satoshi" pitchFamily="2" charset="77"/>
              </a:rPr>
              <a:t>[RÉALISATION 1.3]</a:t>
            </a:r>
          </a:p>
          <a:p>
            <a:pPr marL="407988" lvl="0">
              <a:lnSpc>
                <a:spcPts val="1700"/>
              </a:lnSpc>
              <a:spcAft>
                <a:spcPts val="300"/>
              </a:spcAft>
              <a:defRPr/>
            </a:pPr>
            <a:endParaRPr lang="fr-FR" sz="1000" b="1" dirty="0">
              <a:solidFill>
                <a:srgbClr val="414141"/>
              </a:solidFill>
              <a:latin typeface="Satoshi" pitchFamily="2" charset="77"/>
            </a:endParaRPr>
          </a:p>
          <a:p>
            <a:pPr marL="407988" lvl="0">
              <a:lnSpc>
                <a:spcPts val="1700"/>
              </a:lnSpc>
              <a:spcAft>
                <a:spcPts val="300"/>
              </a:spcAft>
              <a:defRPr/>
            </a:pPr>
            <a:r>
              <a:rPr lang="fr-FR" sz="1300" b="1" dirty="0">
                <a:solidFill>
                  <a:srgbClr val="414141"/>
                </a:solidFill>
                <a:latin typeface="Satoshi" pitchFamily="2" charset="77"/>
              </a:rPr>
              <a:t>[ENTREPRISE 2] – [POSTE 2]</a:t>
            </a:r>
          </a:p>
          <a:p>
            <a:pPr marL="407988">
              <a:lnSpc>
                <a:spcPts val="1600"/>
              </a:lnSpc>
              <a:defRPr/>
            </a:pPr>
            <a:r>
              <a:rPr lang="fr-FR" sz="1000" dirty="0">
                <a:solidFill>
                  <a:srgbClr val="414141"/>
                </a:solidFill>
                <a:latin typeface="Satoshi" pitchFamily="2" charset="77"/>
              </a:rPr>
              <a:t>[CONTEXTE / MISSION 2 — 1 à 2 lignes]</a:t>
            </a:r>
          </a:p>
          <a:p>
            <a:pPr marL="407988">
              <a:lnSpc>
                <a:spcPts val="1600"/>
              </a:lnSpc>
              <a:defRPr/>
            </a:pPr>
            <a:r>
              <a:rPr lang="fr-FR" sz="1000" dirty="0">
                <a:solidFill>
                  <a:srgbClr val="414141"/>
                </a:solidFill>
                <a:latin typeface="Satoshi" pitchFamily="2" charset="77"/>
              </a:rPr>
              <a:t>[TYPE / CHARGE / DURÉE / LOCALISATION]</a:t>
            </a:r>
          </a:p>
          <a:p>
            <a:pPr marL="579438" indent="-171450">
              <a:lnSpc>
                <a:spcPts val="1400"/>
              </a:lnSpc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14141"/>
                </a:solidFill>
                <a:latin typeface="Satoshi" pitchFamily="2" charset="77"/>
              </a:rPr>
              <a:t>[RÉALISATION 2.1]</a:t>
            </a:r>
          </a:p>
          <a:p>
            <a:pPr marL="579438" indent="-171450">
              <a:lnSpc>
                <a:spcPts val="1400"/>
              </a:lnSpc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14141"/>
                </a:solidFill>
                <a:latin typeface="Satoshi" pitchFamily="2" charset="77"/>
              </a:rPr>
              <a:t>[RÉALISATION 2.2]</a:t>
            </a:r>
          </a:p>
          <a:p>
            <a:pPr marL="579438" indent="-171450">
              <a:lnSpc>
                <a:spcPts val="1400"/>
              </a:lnSpc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14141"/>
                </a:solidFill>
                <a:latin typeface="Satoshi" pitchFamily="2" charset="77"/>
              </a:rPr>
              <a:t>[RÉALISATION 2.3]</a:t>
            </a:r>
            <a:endParaRPr lang="fr-FR" sz="1000" b="1" dirty="0">
              <a:solidFill>
                <a:srgbClr val="414141"/>
              </a:solidFill>
              <a:latin typeface="Satoshi" pitchFamily="2" charset="77"/>
            </a:endParaRPr>
          </a:p>
          <a:p>
            <a:pPr marL="407988" lvl="0">
              <a:lnSpc>
                <a:spcPts val="1700"/>
              </a:lnSpc>
              <a:spcAft>
                <a:spcPts val="300"/>
              </a:spcAft>
              <a:defRPr/>
            </a:pPr>
            <a:endParaRPr lang="fr-FR" sz="1000" b="1" dirty="0">
              <a:solidFill>
                <a:srgbClr val="414141"/>
              </a:solidFill>
              <a:latin typeface="Satoshi" pitchFamily="2" charset="77"/>
            </a:endParaRPr>
          </a:p>
          <a:p>
            <a:pPr marL="407988" lvl="0">
              <a:lnSpc>
                <a:spcPts val="1700"/>
              </a:lnSpc>
              <a:spcAft>
                <a:spcPts val="300"/>
              </a:spcAft>
              <a:defRPr/>
            </a:pPr>
            <a:r>
              <a:rPr lang="fr-FR" sz="1300" b="1" dirty="0">
                <a:solidFill>
                  <a:srgbClr val="414141"/>
                </a:solidFill>
                <a:latin typeface="Satoshi" pitchFamily="2" charset="77"/>
              </a:rPr>
              <a:t>[ENTREPRISE 3] – [POSTE 3]</a:t>
            </a:r>
          </a:p>
          <a:p>
            <a:pPr marL="407988" lvl="0">
              <a:lnSpc>
                <a:spcPts val="1600"/>
              </a:lnSpc>
              <a:defRPr/>
            </a:pPr>
            <a:r>
              <a:rPr lang="fr-FR" sz="1000" dirty="0">
                <a:solidFill>
                  <a:srgbClr val="414141"/>
                </a:solidFill>
                <a:latin typeface="Satoshi" pitchFamily="2" charset="77"/>
              </a:rPr>
              <a:t>[CONTEXTE / MISSION 3 — 1 à 3 lignes]</a:t>
            </a:r>
          </a:p>
          <a:p>
            <a:pPr marL="407988" lvl="0">
              <a:lnSpc>
                <a:spcPts val="1600"/>
              </a:lnSpc>
              <a:defRPr/>
            </a:pPr>
            <a:r>
              <a:rPr lang="fr-FR" sz="1000" dirty="0">
                <a:solidFill>
                  <a:srgbClr val="414141"/>
                </a:solidFill>
                <a:latin typeface="Satoshi" pitchFamily="2" charset="77"/>
              </a:rPr>
              <a:t>[TYPE / CHARGE / DURÉE / LOCALISATION]</a:t>
            </a:r>
          </a:p>
          <a:p>
            <a:pPr marL="579438" lvl="0" indent="-171450">
              <a:lnSpc>
                <a:spcPts val="1400"/>
              </a:lnSpc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575757"/>
                </a:solidFill>
                <a:latin typeface="Satoshi" pitchFamily="2" charset="77"/>
              </a:rPr>
              <a:t>[RÉALISATION 3.1]</a:t>
            </a:r>
          </a:p>
          <a:p>
            <a:pPr marL="579438" lvl="0" indent="-171450">
              <a:lnSpc>
                <a:spcPts val="1400"/>
              </a:lnSpc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575757"/>
                </a:solidFill>
                <a:latin typeface="Satoshi" pitchFamily="2" charset="77"/>
              </a:rPr>
              <a:t>[RÉALISATION 3.2]</a:t>
            </a:r>
          </a:p>
          <a:p>
            <a:pPr marL="579438" lvl="0" indent="-171450">
              <a:lnSpc>
                <a:spcPts val="1400"/>
              </a:lnSpc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575757"/>
                </a:solidFill>
                <a:latin typeface="Satoshi" pitchFamily="2" charset="77"/>
              </a:rPr>
              <a:t>[RÉALISATION 3.3]</a:t>
            </a:r>
            <a:endParaRPr lang="fr-FR" sz="1000" b="1" dirty="0">
              <a:solidFill>
                <a:srgbClr val="414141"/>
              </a:solidFill>
              <a:latin typeface="Satoshi" pitchFamily="2" charset="77"/>
            </a:endParaRPr>
          </a:p>
          <a:p>
            <a:pPr marL="407988" lvl="0">
              <a:lnSpc>
                <a:spcPts val="1400"/>
              </a:lnSpc>
              <a:defRPr/>
            </a:pPr>
            <a:endParaRPr lang="fr-FR" sz="1000" b="1" dirty="0">
              <a:solidFill>
                <a:srgbClr val="414141"/>
              </a:solidFill>
              <a:latin typeface="Satoshi" pitchFamily="2" charset="77"/>
            </a:endParaRPr>
          </a:p>
          <a:p>
            <a:pPr marL="407988">
              <a:lnSpc>
                <a:spcPts val="1700"/>
              </a:lnSpc>
              <a:spcAft>
                <a:spcPts val="300"/>
              </a:spcAft>
              <a:defRPr/>
            </a:pPr>
            <a:r>
              <a:rPr lang="fr-FR" sz="1300" b="1" dirty="0">
                <a:solidFill>
                  <a:srgbClr val="414141"/>
                </a:solidFill>
                <a:latin typeface="Satoshi" pitchFamily="2" charset="77"/>
              </a:rPr>
              <a:t>[ENTREPRISE 4] – [POSTE 4]</a:t>
            </a:r>
          </a:p>
          <a:p>
            <a:pPr marL="407988">
              <a:lnSpc>
                <a:spcPts val="1600"/>
              </a:lnSpc>
              <a:defRPr/>
            </a:pPr>
            <a:r>
              <a:rPr lang="fr-FR" sz="1000" dirty="0">
                <a:solidFill>
                  <a:srgbClr val="414141"/>
                </a:solidFill>
                <a:latin typeface="Satoshi" pitchFamily="2" charset="77"/>
              </a:rPr>
              <a:t>[CONTEXTE / MISSION 4 — 1 à 2 lignes]</a:t>
            </a:r>
          </a:p>
          <a:p>
            <a:pPr marL="407988">
              <a:lnSpc>
                <a:spcPts val="1600"/>
              </a:lnSpc>
              <a:defRPr/>
            </a:pPr>
            <a:r>
              <a:rPr lang="fr-FR" sz="1000" dirty="0">
                <a:solidFill>
                  <a:srgbClr val="414141"/>
                </a:solidFill>
                <a:latin typeface="Satoshi" pitchFamily="2" charset="77"/>
              </a:rPr>
              <a:t>[TYPE / CHARGE / DURÉE / LOCALISATION]</a:t>
            </a:r>
          </a:p>
          <a:p>
            <a:pPr marL="579438" indent="-171450">
              <a:lnSpc>
                <a:spcPts val="1400"/>
              </a:lnSpc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14141"/>
                </a:solidFill>
                <a:latin typeface="Satoshi" pitchFamily="2" charset="77"/>
              </a:rPr>
              <a:t>[RÉALISATION 4.1]</a:t>
            </a:r>
          </a:p>
          <a:p>
            <a:pPr marL="579438" indent="-171450">
              <a:lnSpc>
                <a:spcPts val="1400"/>
              </a:lnSpc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14141"/>
                </a:solidFill>
                <a:latin typeface="Satoshi" pitchFamily="2" charset="77"/>
              </a:rPr>
              <a:t>[RÉALISATION 4.2]</a:t>
            </a:r>
          </a:p>
          <a:p>
            <a:pPr marL="579438" indent="-171450">
              <a:lnSpc>
                <a:spcPts val="1400"/>
              </a:lnSpc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14141"/>
                </a:solidFill>
                <a:latin typeface="Satoshi" pitchFamily="2" charset="77"/>
              </a:rPr>
              <a:t>[RÉALISATION 4.3]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647188B0-D98D-63F2-5D8E-2552DD519F6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17243" y="1169998"/>
            <a:ext cx="192567" cy="192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13619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7D460C113EC84AAE00DFA3490DF26A" ma:contentTypeVersion="17" ma:contentTypeDescription="Crée un document." ma:contentTypeScope="" ma:versionID="df9aab9dced122f4d0fdfd5c061969ab">
  <xsd:schema xmlns:xsd="http://www.w3.org/2001/XMLSchema" xmlns:xs="http://www.w3.org/2001/XMLSchema" xmlns:p="http://schemas.microsoft.com/office/2006/metadata/properties" xmlns:ns2="c60db47a-935d-49bf-8d3d-24164fa1b4c4" xmlns:ns3="cb9cc54f-e898-4014-a90b-87a614dc2c05" targetNamespace="http://schemas.microsoft.com/office/2006/metadata/properties" ma:root="true" ma:fieldsID="355af32aa646a47fe82d6520bcc91d29" ns2:_="" ns3:_="">
    <xsd:import namespace="c60db47a-935d-49bf-8d3d-24164fa1b4c4"/>
    <xsd:import namespace="cb9cc54f-e898-4014-a90b-87a614dc2c0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60db47a-935d-49bf-8d3d-24164fa1b4c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Balises d’images" ma:readOnly="false" ma:fieldId="{5cf76f15-5ced-4ddc-b409-7134ff3c332f}" ma:taxonomyMulti="true" ma:sspId="eebc8f69-2cef-4a53-8d3e-fb3a533c2e8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b9cc54f-e898-4014-a90b-87a614dc2c05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d8ebbe42-7506-43b0-aa02-c1ae367fa4e2}" ma:internalName="TaxCatchAll" ma:showField="CatchAllData" ma:web="cb9cc54f-e898-4014-a90b-87a614dc2c0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60db47a-935d-49bf-8d3d-24164fa1b4c4">
      <Terms xmlns="http://schemas.microsoft.com/office/infopath/2007/PartnerControls"/>
    </lcf76f155ced4ddcb4097134ff3c332f>
    <TaxCatchAll xmlns="cb9cc54f-e898-4014-a90b-87a614dc2c0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6B54413-0F15-408D-A20C-12EBF31DE3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60db47a-935d-49bf-8d3d-24164fa1b4c4"/>
    <ds:schemaRef ds:uri="cb9cc54f-e898-4014-a90b-87a614dc2c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D8B15DC-1DAD-4010-AF98-46416BFDBCC3}">
  <ds:schemaRefs>
    <ds:schemaRef ds:uri="http://www.w3.org/XML/1998/namespace"/>
    <ds:schemaRef ds:uri="http://purl.org/dc/elements/1.1/"/>
    <ds:schemaRef ds:uri="http://purl.org/dc/dcmitype/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schemas.microsoft.com/office/infopath/2007/PartnerControls"/>
    <ds:schemaRef ds:uri="cb9cc54f-e898-4014-a90b-87a614dc2c05"/>
    <ds:schemaRef ds:uri="c60db47a-935d-49bf-8d3d-24164fa1b4c4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611C823C-3BAD-42C9-8371-A939C5D9224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322</Words>
  <Application>Microsoft Office PowerPoint</Application>
  <PresentationFormat>Grand écran</PresentationFormat>
  <Paragraphs>57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Satoshi</vt:lpstr>
      <vt:lpstr>Satoshi Regular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Microsoft Office User</dc:creator>
  <cp:lastModifiedBy>Mathurin MEYRUEY</cp:lastModifiedBy>
  <cp:revision>31</cp:revision>
  <dcterms:created xsi:type="dcterms:W3CDTF">2023-04-14T15:43:38Z</dcterms:created>
  <dcterms:modified xsi:type="dcterms:W3CDTF">2026-08-21T09:12:33Z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0x010100DE7D460C113EC84AAE00DFA3490DF26A</vt:lpwstr>
  </property>
  <property fmtid="{D5CDD505-2E9C-101B-9397-08002B2CF9AE}" pid="3" name="MediaServiceImageTags">
    <vt:lpwstr/>
  </property>
</Properties>
</file>